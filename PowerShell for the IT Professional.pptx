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461ABB-7C91-4CC6-9443-A105E8758C38}">
          <p14:sldIdLst>
            <p14:sldId id="256"/>
            <p14:sldId id="258"/>
            <p14:sldId id="259"/>
            <p14:sldId id="260"/>
            <p14:sldId id="262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otems@cio.gov.i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PowerShell for the IT Professional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132596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Rotem Simhi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dirty="0" smtClean="0"/>
              <a:t>Email: </a:t>
            </a:r>
            <a:r>
              <a:rPr lang="en-US" dirty="0" smtClean="0">
                <a:hlinkClick r:id="rId2"/>
              </a:rPr>
              <a:t>Rotems@cio.gov.il</a:t>
            </a:r>
            <a:endParaRPr lang="en-US" dirty="0" smtClean="0"/>
          </a:p>
          <a:p>
            <a:pPr marL="0" indent="0" algn="l" rtl="0">
              <a:buNone/>
            </a:pPr>
            <a:r>
              <a:rPr lang="en-US" dirty="0"/>
              <a:t>Course Content: \\tehila-fs\IT-SharedKB\PowerShell\PowerShell - Course </a:t>
            </a:r>
            <a:r>
              <a:rPr lang="en-US" dirty="0" smtClean="0"/>
              <a:t>Data</a:t>
            </a:r>
          </a:p>
          <a:p>
            <a:pPr marL="0" indent="0" algn="l" rtl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1476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are you?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Name</a:t>
            </a:r>
          </a:p>
          <a:p>
            <a:pPr algn="l" rtl="0"/>
            <a:r>
              <a:rPr lang="en-US" dirty="0" smtClean="0"/>
              <a:t>Title/Function/Area of Responsibility</a:t>
            </a:r>
          </a:p>
          <a:p>
            <a:pPr algn="l" rtl="0"/>
            <a:r>
              <a:rPr lang="en-US" dirty="0" smtClean="0"/>
              <a:t>Product experience</a:t>
            </a:r>
          </a:p>
          <a:p>
            <a:pPr algn="l" rtl="0"/>
            <a:r>
              <a:rPr lang="en-US" dirty="0" smtClean="0"/>
              <a:t>Expectation for this Course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7557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2553392" cy="3318936"/>
          </a:xfrm>
        </p:spPr>
        <p:txBody>
          <a:bodyPr/>
          <a:lstStyle/>
          <a:p>
            <a:pPr algn="l" rtl="0"/>
            <a:r>
              <a:rPr lang="en-US" dirty="0" smtClean="0"/>
              <a:t>Introduction</a:t>
            </a:r>
          </a:p>
          <a:p>
            <a:pPr algn="l" rtl="0"/>
            <a:r>
              <a:rPr lang="en-US" dirty="0" smtClean="0"/>
              <a:t>Commands</a:t>
            </a:r>
          </a:p>
          <a:p>
            <a:pPr algn="l" rtl="0"/>
            <a:r>
              <a:rPr lang="en-US" dirty="0" smtClean="0"/>
              <a:t>Pipeline</a:t>
            </a:r>
          </a:p>
          <a:p>
            <a:pPr algn="l" rtl="0"/>
            <a:r>
              <a:rPr lang="en-US" dirty="0" smtClean="0"/>
              <a:t>Commands 2</a:t>
            </a:r>
          </a:p>
          <a:p>
            <a:pPr algn="l" rtl="0"/>
            <a:r>
              <a:rPr lang="en-US" dirty="0" smtClean="0"/>
              <a:t>Scripts</a:t>
            </a:r>
          </a:p>
          <a:p>
            <a:pPr algn="l" rtl="0"/>
            <a:r>
              <a:rPr lang="en-US" dirty="0" smtClean="0"/>
              <a:t>Help</a:t>
            </a:r>
            <a:endParaRPr lang="he-IL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107874" y="2556932"/>
            <a:ext cx="2553392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 smtClean="0"/>
              <a:t>Object Models</a:t>
            </a:r>
          </a:p>
          <a:p>
            <a:pPr algn="l" rtl="0"/>
            <a:r>
              <a:rPr lang="en-US" dirty="0" smtClean="0"/>
              <a:t>Operators</a:t>
            </a:r>
          </a:p>
          <a:p>
            <a:pPr algn="l" rtl="0"/>
            <a:r>
              <a:rPr lang="en-US" dirty="0" smtClean="0"/>
              <a:t>Pipeline 2</a:t>
            </a:r>
          </a:p>
          <a:p>
            <a:pPr algn="l" rtl="0"/>
            <a:r>
              <a:rPr lang="en-US" dirty="0" smtClean="0"/>
              <a:t>Providers</a:t>
            </a:r>
          </a:p>
          <a:p>
            <a:pPr algn="l" rtl="0"/>
            <a:r>
              <a:rPr lang="en-US" dirty="0" smtClean="0"/>
              <a:t>Variables and Data Types</a:t>
            </a:r>
          </a:p>
          <a:p>
            <a:pPr algn="l" rtl="0"/>
            <a:r>
              <a:rPr lang="en-US" dirty="0" smtClean="0"/>
              <a:t>Operators 2</a:t>
            </a:r>
            <a:endParaRPr lang="he-IL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178041" y="2556932"/>
            <a:ext cx="2553392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 smtClean="0"/>
              <a:t>Data Structures</a:t>
            </a:r>
          </a:p>
          <a:p>
            <a:pPr algn="l" rtl="0"/>
            <a:r>
              <a:rPr lang="en-US" dirty="0" smtClean="0"/>
              <a:t>Flow Control</a:t>
            </a:r>
          </a:p>
          <a:p>
            <a:pPr algn="l" rtl="0"/>
            <a:r>
              <a:rPr lang="en-US" dirty="0" smtClean="0"/>
              <a:t>Scopes</a:t>
            </a:r>
          </a:p>
          <a:p>
            <a:pPr algn="l" rtl="0"/>
            <a:r>
              <a:rPr lang="en-US" dirty="0" smtClean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85083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he-IL" dirty="0"/>
          </a:p>
        </p:txBody>
      </p:sp>
      <p:sp>
        <p:nvSpPr>
          <p:cNvPr id="6" name="Content Placeholder 2"/>
          <p:cNvSpPr>
            <a:spLocks noGrp="1"/>
          </p:cNvSpPr>
          <p:nvPr>
            <p:ph type="subTitle" idx="1"/>
          </p:nvPr>
        </p:nvSpPr>
        <p:spPr>
          <a:xfrm>
            <a:off x="2592642" y="3657597"/>
            <a:ext cx="3151449" cy="132080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What is a Shell?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PowerShell Introduction</a:t>
            </a:r>
            <a:endParaRPr lang="he-IL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769030" y="3657597"/>
            <a:ext cx="4362796" cy="152123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 smtClean="0"/>
              <a:t>Command-Line Interface (CLI)</a:t>
            </a:r>
          </a:p>
          <a:p>
            <a:pPr algn="l" rtl="0"/>
            <a:r>
              <a:rPr lang="en-US" dirty="0" smtClean="0"/>
              <a:t>Scripting Language</a:t>
            </a:r>
          </a:p>
          <a:p>
            <a:pPr algn="l" rtl="0"/>
            <a:r>
              <a:rPr lang="en-US" dirty="0" smtClean="0"/>
              <a:t>Interactive Scripting Environment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97721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Shell</a:t>
            </a:r>
            <a:endParaRPr lang="he-IL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1480" y="982663"/>
            <a:ext cx="5283840" cy="489267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Software enabling OS </a:t>
            </a:r>
          </a:p>
          <a:p>
            <a:r>
              <a:rPr lang="en-US" dirty="0"/>
              <a:t>and Application access </a:t>
            </a:r>
          </a:p>
          <a:p>
            <a:r>
              <a:rPr lang="en-US" dirty="0"/>
              <a:t>through interactive commands </a:t>
            </a:r>
          </a:p>
          <a:p>
            <a:r>
              <a:rPr lang="en-US" dirty="0"/>
              <a:t>or batches of commands (scripts)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44903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Commands</a:t>
            </a:r>
            <a:endParaRPr lang="he-IL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692399" y="3657597"/>
            <a:ext cx="2735812" cy="1629298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External Commands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Cmdlet Syntax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l"/>
            <a:endParaRPr lang="he-IL" dirty="0"/>
          </a:p>
        </p:txBody>
      </p:sp>
      <p:sp>
        <p:nvSpPr>
          <p:cNvPr id="7" name="Subtitle 5"/>
          <p:cNvSpPr txBox="1">
            <a:spLocks/>
          </p:cNvSpPr>
          <p:nvPr/>
        </p:nvSpPr>
        <p:spPr>
          <a:xfrm>
            <a:off x="5496559" y="3657597"/>
            <a:ext cx="2735812" cy="16292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Get-Command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Get-Help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 smtClean="0"/>
              <a:t>Aliases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8026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Cmdlet</a:t>
            </a:r>
            <a:endParaRPr lang="he-IL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1" y="2556932"/>
            <a:ext cx="4157748" cy="3318936"/>
          </a:xfrm>
        </p:spPr>
        <p:txBody>
          <a:bodyPr/>
          <a:lstStyle/>
          <a:p>
            <a:pPr algn="l" rtl="0"/>
            <a:r>
              <a:rPr lang="en-US" dirty="0" smtClean="0"/>
              <a:t>Single purpose</a:t>
            </a:r>
          </a:p>
          <a:p>
            <a:pPr algn="l" rtl="0"/>
            <a:r>
              <a:rPr lang="en-US" dirty="0" smtClean="0"/>
              <a:t>Does not launch in a separate process</a:t>
            </a:r>
          </a:p>
          <a:p>
            <a:pPr algn="l" rtl="0"/>
            <a:r>
              <a:rPr lang="en-US" dirty="0" smtClean="0"/>
              <a:t>Native PS command</a:t>
            </a:r>
          </a:p>
          <a:p>
            <a:pPr algn="l" rtl="0"/>
            <a:endParaRPr lang="he-IL" dirty="0"/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5453149" y="2545231"/>
            <a:ext cx="4157748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 smtClean="0"/>
              <a:t>Verb-Noun naming</a:t>
            </a:r>
          </a:p>
          <a:p>
            <a:pPr algn="l" rtl="0"/>
            <a:r>
              <a:rPr lang="en-US" dirty="0" smtClean="0"/>
              <a:t>Used interactively, in </a:t>
            </a:r>
            <a:r>
              <a:rPr lang="en-US" dirty="0" err="1" smtClean="0"/>
              <a:t>piplines</a:t>
            </a:r>
            <a:r>
              <a:rPr lang="en-US" dirty="0"/>
              <a:t> </a:t>
            </a:r>
            <a:r>
              <a:rPr lang="en-US" dirty="0" smtClean="0"/>
              <a:t>or in scripts</a:t>
            </a:r>
          </a:p>
          <a:p>
            <a:pPr algn="l" rtl="0"/>
            <a:r>
              <a:rPr lang="en-US" dirty="0" smtClean="0"/>
              <a:t>Parameters to control Cmdlet </a:t>
            </a:r>
            <a:r>
              <a:rPr lang="en-US" dirty="0" err="1" smtClean="0"/>
              <a:t>behaviour</a:t>
            </a:r>
            <a:endParaRPr lang="en-US" dirty="0" smtClean="0"/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02984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Anatomy of a Cmdlet</a:t>
            </a:r>
            <a:endParaRPr lang="he-I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6389" y="2557463"/>
            <a:ext cx="659922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0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2556932"/>
            <a:ext cx="9601196" cy="15679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1" y="4124869"/>
            <a:ext cx="9601196" cy="173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60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 Legend</a:t>
            </a:r>
            <a:endParaRPr lang="he-I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2618353"/>
            <a:ext cx="9601200" cy="319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7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Parameters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Parameters automatically available with any Cmdlet</a:t>
            </a:r>
          </a:p>
          <a:p>
            <a:pPr algn="l" rtl="0"/>
            <a:r>
              <a:rPr lang="en-US" dirty="0" smtClean="0"/>
              <a:t>Implemented by PowerShell not Cmdlet developer</a:t>
            </a:r>
          </a:p>
          <a:p>
            <a:pPr algn="l" rtl="0"/>
            <a:r>
              <a:rPr lang="en-US" dirty="0" smtClean="0"/>
              <a:t>Override system defaults or preferences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16777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Parameters</a:t>
            </a:r>
            <a:endParaRPr lang="he-IL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688" y="2557463"/>
            <a:ext cx="807662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3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Mitigation Parameters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Many cmdlets also offer risk mitigation parameters</a:t>
            </a:r>
          </a:p>
          <a:p>
            <a:pPr algn="l" rtl="0"/>
            <a:r>
              <a:rPr lang="en-US" dirty="0" smtClean="0"/>
              <a:t>Typically when the cmdlet changes the system or application</a:t>
            </a:r>
          </a:p>
          <a:p>
            <a:pPr algn="l" rtl="0"/>
            <a:endParaRPr lang="he-I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22" y="3897987"/>
            <a:ext cx="8786553" cy="105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85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Cmdlets – Get-Command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Discover Commands (cmdlets, functions, scripts, aliases)</a:t>
            </a:r>
          </a:p>
          <a:p>
            <a:pPr algn="l" rtl="0"/>
            <a:r>
              <a:rPr lang="en-US" dirty="0" smtClean="0"/>
              <a:t>Can show command </a:t>
            </a:r>
            <a:r>
              <a:rPr lang="en-US" dirty="0" err="1" smtClean="0"/>
              <a:t>sytax</a:t>
            </a:r>
            <a:endParaRPr lang="en-US" dirty="0" smtClean="0"/>
          </a:p>
          <a:p>
            <a:pPr algn="l" rtl="0"/>
            <a:r>
              <a:rPr lang="en-US" dirty="0" smtClean="0"/>
              <a:t>Can also discover external commands (.exe, .</a:t>
            </a:r>
            <a:r>
              <a:rPr lang="en-US" dirty="0" err="1" smtClean="0"/>
              <a:t>cpl</a:t>
            </a:r>
            <a:r>
              <a:rPr lang="en-US" dirty="0" smtClean="0"/>
              <a:t>, .</a:t>
            </a:r>
            <a:r>
              <a:rPr lang="en-US" dirty="0" err="1" smtClean="0"/>
              <a:t>msc</a:t>
            </a:r>
            <a:r>
              <a:rPr lang="en-US" dirty="0" smtClean="0"/>
              <a:t>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85081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</a:t>
            </a:r>
            <a:r>
              <a:rPr lang="en-US" dirty="0" smtClean="0"/>
              <a:t>Cmdlets – Get Help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Cmdlet help</a:t>
            </a:r>
          </a:p>
          <a:p>
            <a:pPr algn="l" rtl="0"/>
            <a:r>
              <a:rPr lang="en-US" dirty="0" smtClean="0"/>
              <a:t>Concept Help</a:t>
            </a:r>
          </a:p>
          <a:p>
            <a:pPr algn="l" rtl="0"/>
            <a:r>
              <a:rPr lang="en-US" dirty="0" smtClean="0"/>
              <a:t>Command Examples</a:t>
            </a:r>
          </a:p>
          <a:p>
            <a:pPr algn="l" rtl="0"/>
            <a:r>
              <a:rPr lang="en-US" dirty="0" smtClean="0"/>
              <a:t>Detailed Syntax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1131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4071</TotalTime>
  <Words>227</Words>
  <Application>Microsoft Office PowerPoint</Application>
  <PresentationFormat>Widescreen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Garamond</vt:lpstr>
      <vt:lpstr>Times New Roman</vt:lpstr>
      <vt:lpstr>Organic</vt:lpstr>
      <vt:lpstr>PowerShell for the IT Professional</vt:lpstr>
      <vt:lpstr>Rotem Simhi</vt:lpstr>
      <vt:lpstr>Who are you?</vt:lpstr>
      <vt:lpstr>Agenda</vt:lpstr>
      <vt:lpstr>Introduction</vt:lpstr>
      <vt:lpstr>What is a Shell</vt:lpstr>
      <vt:lpstr>Commands</vt:lpstr>
      <vt:lpstr>Cmdlet</vt:lpstr>
      <vt:lpstr>Anatomy of a Cmdlet</vt:lpstr>
      <vt:lpstr>Syntax</vt:lpstr>
      <vt:lpstr>Syntax Legend</vt:lpstr>
      <vt:lpstr>Common Parameters</vt:lpstr>
      <vt:lpstr>Common Parameters</vt:lpstr>
      <vt:lpstr>Risk Mitigation Parameters</vt:lpstr>
      <vt:lpstr>Core Cmdlets – Get-Command</vt:lpstr>
      <vt:lpstr>Core Cmdlets – Get Help</vt:lpstr>
    </vt:vector>
  </TitlesOfParts>
  <Company>SCCM-CB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PowerShell for the IT Professional</dc:title>
  <dc:creator>rotem simhi</dc:creator>
  <cp:lastModifiedBy>rotem simhi</cp:lastModifiedBy>
  <cp:revision>6</cp:revision>
  <dcterms:created xsi:type="dcterms:W3CDTF">2020-02-02T10:14:06Z</dcterms:created>
  <dcterms:modified xsi:type="dcterms:W3CDTF">2020-02-05T06:05:54Z</dcterms:modified>
</cp:coreProperties>
</file>